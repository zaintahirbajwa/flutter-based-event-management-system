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97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C281-2293-C1FA-3645-A1F854276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7EF34-173F-FE63-9769-371C2988C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3B8F-398F-934A-B1F7-D35AF89A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9478F-872E-4749-2E55-41F8B822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E131A-A806-D431-5BA9-90933706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44678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7521-6C26-D291-9FE9-A9D25257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042BB-64B3-9A70-05BF-B8A65D7E8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B4F2F-0466-E541-D962-749078D8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81848-F42B-11E5-3FF9-BF0C3965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8845E-4F5B-9244-1771-497DFC2D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501278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CD01-8571-D780-A265-D9E19F6E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9CCEE-2B73-60EC-13AB-E36C75460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947A2-E2F8-8C78-2908-8BD20302A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2F3E2-6682-D0E5-E252-00069EDF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1E6AE-742C-9032-D5C5-730CAFE9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39067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ECFE-5EFC-9311-A77B-B6FDA529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2899B-1DA1-DEC8-490A-9C5A616F9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669A0-B87E-330D-7E5B-BE338C7D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5C26A-E30F-CD0B-F2DD-61E915EC4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AEE2C-3F8A-6F9A-3161-1F8C181BB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2EF12-94A0-7971-022A-8AE301F5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334492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75B7-1C13-E101-E4F5-0213CCB2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224FE-F705-DCC5-C0A7-D8D30B232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AC547-F548-6C0D-0D0A-24904C2AB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04E39-95A1-85B6-7B00-7311783C4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E65FE-DBF9-C0E4-B75E-CD160FD58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BB778-816A-B18E-7193-40757CD7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BDFE9-4AA8-E24E-A4A8-06BC699F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2C048-8E93-61D4-22BC-C3673F0F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86481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C9213-64D5-8E02-D67A-438A7123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486888-CD05-4C6D-27AB-E55E7A8B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F1669-47A7-66C2-708C-47BAE35F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4F8B1-08C2-E32A-DE80-4F037AC9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486098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315E2-CDE5-9013-B8F2-E14F36C8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BB6F1-0472-63BC-A38A-9FB1DD1A4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6EA7A-EBBB-A681-C21D-4A60BF4F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53795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FCAF-E681-67B7-4C55-9290C5BC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E38B-A34F-B63E-5EB1-B3A05CB29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29920-BE94-7E45-BDCB-DEBEDF914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01211-9C82-D960-69DF-20CA9F18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65825-EEB6-B6CF-DEF6-24E83050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450B8-9A2E-7A22-1B92-A4C7A5EB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070530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D0929-ABA7-1A28-4AA8-58550FF66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47DE7-D253-29D2-2AC6-CB8532086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7C57C-2CE3-4B84-F4CD-42A1EA1FD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0E1B2-AC2E-71A6-1CA2-D87EC35FB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17E7F-5A89-C115-8C1C-1210D0A0A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B29EE-3C2E-1042-4E9E-BC50F642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399546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44CA-6660-3B38-93F9-E416B7440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8FC5F-8F55-854D-B2B3-7F8A79B15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72AF3-733D-D96B-E092-BEF2966A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DA300-A79C-118C-6ACF-E9E542CE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E287D-B358-BC4B-6E35-A26D9C26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405985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C449C5-0D24-F5F4-22A2-CCCAC90B9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F1999-640C-8E3E-1B53-A0468E944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BE400-2564-DCE6-1E5B-E1DEED93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E07C3-B56B-0092-CE20-23A4F6FD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620AF-9B4E-462A-BA5D-69B93252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364236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153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390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242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218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4065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1446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65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3326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148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92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97C2D4-A1D5-909D-3147-D734A427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4CF6D-B493-8146-DA1C-53D600896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AC560-9B6A-C7A9-9090-4012A4799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F785E-540C-4A67-8A0E-2EA6642B9BB4}" type="datetimeFigureOut">
              <a:rPr lang="en-PK" smtClean="0"/>
              <a:t>27/12/2024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75B52-15B4-2A09-AAD6-AD706C88D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EE60B-63FF-A2B0-E324-29F287925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13FC9-E3BE-44D9-9CA9-F9A332A06DF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78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240" y="2164080"/>
            <a:ext cx="4272680" cy="4272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1885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046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	Zain Tahir (FA23-BCE-111), 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	Shehryar Arif (FA23-BCE-102)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2479" y="44003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to: 	Dr. Mahmood Qureshi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8589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Date: 	23/12/2024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3176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Name: 	Software Engineering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69380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6"/>
          <p:cNvSpPr/>
          <p:nvPr/>
        </p:nvSpPr>
        <p:spPr>
          <a:xfrm>
            <a:off x="1270040" y="5676900"/>
            <a:ext cx="172688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198FD-38A2-2864-1F3D-5F4D3BDDAA5A}"/>
              </a:ext>
            </a:extLst>
          </p:cNvPr>
          <p:cNvSpPr txBox="1"/>
          <p:nvPr/>
        </p:nvSpPr>
        <p:spPr>
          <a:xfrm>
            <a:off x="730449" y="5737395"/>
            <a:ext cx="731520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18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Code: 	CSC-291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641" y="434935"/>
            <a:ext cx="3954780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50"/>
              </a:lnSpc>
              <a:buNone/>
            </a:pPr>
            <a:r>
              <a:rPr lang="en-US" sz="3100" b="1" kern="0" spc="-9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41" y="1344335"/>
            <a:ext cx="3364587" cy="5878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641" y="7400806"/>
            <a:ext cx="6568678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844420" y="1752307"/>
            <a:ext cx="6568678" cy="75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6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Event Management System is a comprehensive Flutter app designed to simplify event organization and ticketing. It features a user-friendly interface that streamlines event creation, registration, and ticket sales for both organizers and attendees.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44420" y="3052058"/>
            <a:ext cx="6568678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b="1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</a:t>
            </a:r>
            <a:r>
              <a:rPr lang="en-US" sz="2000" b="1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r>
              <a:rPr lang="en-US" b="1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44420" y="3362806"/>
            <a:ext cx="6568678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6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include a customizable registration system, secure ticketing with payment gateway integration, and a real-time reporting dashboard for tracking key metrics.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44420" y="4179808"/>
            <a:ext cx="6568678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and intuitive event management for all users.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44420" y="4488299"/>
            <a:ext cx="6568678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security and real-time data updates via Firebase.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44420" y="4796790"/>
            <a:ext cx="6568678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 accessibility with dynamic theming and responsive UI.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44420" y="5105281"/>
            <a:ext cx="6568678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Gemini-powered chatbot for instant support.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FA17D-F8F5-3A7B-2D85-2547C152EB59}"/>
              </a:ext>
            </a:extLst>
          </p:cNvPr>
          <p:cNvSpPr txBox="1"/>
          <p:nvPr/>
        </p:nvSpPr>
        <p:spPr>
          <a:xfrm>
            <a:off x="4736386" y="1344335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r>
              <a:rPr lang="en-US" sz="1800" b="1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PK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797" y="519232"/>
            <a:ext cx="8523684" cy="590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the Event Management System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7" y="1486853"/>
            <a:ext cx="3535561" cy="44193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0797" y="6142196"/>
            <a:ext cx="2360176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Dashboard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0797" y="6550342"/>
            <a:ext cx="4247436" cy="120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Admins have complete control over event creation, schedule management, and ticket monitoring, making event organization efficient and streamlined.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363" y="1486853"/>
            <a:ext cx="3535680" cy="4419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1363" y="6142434"/>
            <a:ext cx="2360176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Listing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191363" y="6550581"/>
            <a:ext cx="4247555" cy="90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easily browse events, filter by category, and access detailed information including dates, times, and ticket availability.</a:t>
            </a:r>
            <a:endParaRPr lang="en-US" sz="1600" dirty="0"/>
          </a:p>
        </p:txBody>
      </p:sp>
      <p:pic>
        <p:nvPicPr>
          <p:cNvPr id="9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722048" y="1486853"/>
            <a:ext cx="3535561" cy="43385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22048" y="6142196"/>
            <a:ext cx="2360176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Chatbot Integration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22048" y="6550342"/>
            <a:ext cx="4247436" cy="90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powerful Gemini-powered chatbot provides 24/7 assistance, answering questions about events, ticket purchase, and general information.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5001" t="1998" r="32738" b="2622"/>
          <a:stretch/>
        </p:blipFill>
        <p:spPr>
          <a:xfrm>
            <a:off x="793789" y="310157"/>
            <a:ext cx="3932666" cy="75195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204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Management Evolution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2578179"/>
            <a:ext cx="30480" cy="4830961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2"/>
          <p:cNvSpPr/>
          <p:nvPr/>
        </p:nvSpPr>
        <p:spPr>
          <a:xfrm>
            <a:off x="6845022" y="307324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6365200" y="2833330"/>
            <a:ext cx="510302" cy="510302"/>
          </a:xfrm>
          <a:prstGeom prst="roundRect">
            <a:avLst>
              <a:gd name="adj" fmla="val 18669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6552009" y="2918341"/>
            <a:ext cx="13656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2804993"/>
            <a:ext cx="596872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adopted an Agile methodology to manage the development process, focusing on iterative sprints and continuous improvements based on feedback.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867888" y="4029789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allowed us to quickly adapt to changing requirements and ensure the project remained on track.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5704284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6365200" y="5464373"/>
            <a:ext cx="510302" cy="510302"/>
          </a:xfrm>
          <a:prstGeom prst="roundRect">
            <a:avLst>
              <a:gd name="adj" fmla="val 18669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6518315" y="5549384"/>
            <a:ext cx="2040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867888" y="5436037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Milestones: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867888" y="5935028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1: Authentication and role-based dashboards.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867888" y="6377226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2: Chatbot and event scheduling features.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867888" y="6819424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3: Dark mode and UI enhancements.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58162" y="2008428"/>
            <a:ext cx="7272238" cy="58102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098232"/>
            <a:ext cx="72917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Agile Practices and Benefits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402324"/>
            <a:ext cx="510302" cy="510302"/>
          </a:xfrm>
          <a:prstGeom prst="roundRect">
            <a:avLst>
              <a:gd name="adj" fmla="val 18669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2"/>
          <p:cNvSpPr/>
          <p:nvPr/>
        </p:nvSpPr>
        <p:spPr>
          <a:xfrm>
            <a:off x="980599" y="2487335"/>
            <a:ext cx="13656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1530906" y="2402324"/>
            <a:ext cx="28710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Iterative Development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530906" y="2892743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followed iterative cycles of planning, developing, testing, and refining, ensuring continuous improvement throughout the project.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467" y="2402324"/>
            <a:ext cx="510302" cy="510302"/>
          </a:xfrm>
          <a:prstGeom prst="roundRect">
            <a:avLst>
              <a:gd name="adj" fmla="val 18669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6"/>
          <p:cNvSpPr/>
          <p:nvPr/>
        </p:nvSpPr>
        <p:spPr>
          <a:xfrm>
            <a:off x="4838581" y="2487335"/>
            <a:ext cx="2040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5422583" y="24023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Retrospectives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22583" y="2892743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retrospectives allowed us to identify and resolve bottlenecks, improving efficiency and preventing delays.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552123"/>
            <a:ext cx="510302" cy="510302"/>
          </a:xfrm>
          <a:prstGeom prst="roundRect">
            <a:avLst>
              <a:gd name="adj" fmla="val 18669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0"/>
          <p:cNvSpPr/>
          <p:nvPr/>
        </p:nvSpPr>
        <p:spPr>
          <a:xfrm>
            <a:off x="944166" y="5637133"/>
            <a:ext cx="2094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1530906" y="5552123"/>
            <a:ext cx="3438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Flexibility and Adaptability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530906" y="6042541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Agile methodology allowed us to adapt to stakeholder feedback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new requirements, ensuring the app met user needs.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611" y="1233398"/>
            <a:ext cx="4219999" cy="5921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453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Role of Stakeholder Feedback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62968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1028224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Accessibility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incorporated feedback to improve UI accessibility, enhancing the user experience for a broader audience.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32259"/>
            <a:ext cx="3664863" cy="2410897"/>
          </a:xfrm>
          <a:prstGeom prst="roundRect">
            <a:avLst>
              <a:gd name="adj" fmla="val 3952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4919901" y="306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Firebase Integration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55711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feedback led to a transition to Firebase, offering secure and scalable data storage for our app.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04064" y="5469969"/>
            <a:ext cx="7556421" cy="1685092"/>
          </a:xfrm>
          <a:prstGeom prst="roundRect">
            <a:avLst>
              <a:gd name="adj" fmla="val 5654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1028224" y="5704403"/>
            <a:ext cx="30921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Dark Mode and Chatbot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9482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testing helped us refine the dark mode functionality and chatbot interactions, improving their usability and effectiveness.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5050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Refinement Through Feedback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6278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0565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546997"/>
            <a:ext cx="36080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encountered during development included Firebase setup, dark mode transitions, and local storage limitations.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8421" y="326278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8421" y="40565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Resolutions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228421" y="4546997"/>
            <a:ext cx="360818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addressed these challenges through early prototyping, adopting the PDCA cycle for continuous improvement, and migrating from local storage to Firebase.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01D5FD-7348-BD1F-F3BA-79B6E15AC4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988" r="17031"/>
          <a:stretch/>
        </p:blipFill>
        <p:spPr>
          <a:xfrm>
            <a:off x="472610" y="1472499"/>
            <a:ext cx="5065161" cy="58768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1647" y="621983"/>
            <a:ext cx="7560707" cy="14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Ensuring Quality and Reliability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7" y="2374940"/>
            <a:ext cx="1130975" cy="27595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1830" y="2601039"/>
            <a:ext cx="6090523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quality assurance process involved a multi-faceted approach, ensuring the app's functionality, reliability, and user experience.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2261830" y="3822502"/>
            <a:ext cx="6090523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conducted unit tests for functions like login and ticket booking, integration tests for seamless interactions between modules, and UI tests for responsiveness.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47" y="5134451"/>
            <a:ext cx="1130975" cy="24766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1830" y="5360551"/>
            <a:ext cx="6090523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Used: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2261830" y="5858113"/>
            <a:ext cx="609052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Flutter DevTools for comprehensive debugging and analysis.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2261830" y="6661071"/>
            <a:ext cx="609052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Test Lab for automated testing and performance evaluation.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F9DA56-1740-E6ED-1D22-A582478532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421" b="15105"/>
          <a:stretch/>
        </p:blipFill>
        <p:spPr>
          <a:xfrm>
            <a:off x="8157681" y="2765677"/>
            <a:ext cx="6380252" cy="46192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B59E3B-9370-1774-C5CD-A651836A7B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4422"/>
          <a:stretch/>
        </p:blipFill>
        <p:spPr>
          <a:xfrm>
            <a:off x="8157681" y="759118"/>
            <a:ext cx="6380252" cy="1754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836" y="467439"/>
            <a:ext cx="5164812" cy="53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150"/>
              </a:lnSpc>
              <a:buNone/>
            </a:pPr>
            <a:r>
              <a:rPr 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Outcomes and Takeaways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2" y="1338501"/>
            <a:ext cx="6653093" cy="1251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2275" y="1794034"/>
            <a:ext cx="197388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48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51408" y="1831300"/>
            <a:ext cx="1832372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</a:t>
            </a:r>
            <a:r>
              <a:rPr lang="en-US" sz="20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Achievements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733" y="2632115"/>
            <a:ext cx="5322451" cy="12512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91082" y="3087648"/>
            <a:ext cx="127516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44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786086" y="2802017"/>
            <a:ext cx="2697361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Fully </a:t>
            </a:r>
            <a:r>
              <a:rPr lang="en-US" sz="20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Implemented</a:t>
            </a:r>
            <a:r>
              <a:rPr lang="en-US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Features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786086" y="3169563"/>
            <a:ext cx="7079575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features, including event registration, ticketing, chatbot interaction, and dark mode, were successfully implemented.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658570" y="2609017"/>
            <a:ext cx="7334607" cy="11430"/>
          </a:xfrm>
          <a:prstGeom prst="roundRect">
            <a:avLst>
              <a:gd name="adj" fmla="val 62459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054" y="3925729"/>
            <a:ext cx="3991808" cy="12512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89415" y="4381262"/>
            <a:ext cx="130850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40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120765" y="4231600"/>
            <a:ext cx="2124670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</a:t>
            </a:r>
            <a:r>
              <a:rPr lang="en-US" sz="20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</a:t>
            </a:r>
            <a:r>
              <a:rPr lang="en-US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Handling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110491" y="4599146"/>
            <a:ext cx="7591663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integration ensured secure and scalable data storage for user information and event data.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993249" y="3902631"/>
            <a:ext cx="7999928" cy="11430"/>
          </a:xfrm>
          <a:prstGeom prst="roundRect">
            <a:avLst>
              <a:gd name="adj" fmla="val 62459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4376" y="5219343"/>
            <a:ext cx="2661166" cy="12512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86319" y="5674876"/>
            <a:ext cx="137279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36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5455444" y="5525214"/>
            <a:ext cx="2288858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Positive User </a:t>
            </a:r>
            <a:r>
              <a:rPr lang="en-US" sz="20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Feedback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5455444" y="5892760"/>
            <a:ext cx="7705130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testing revealed positive feedback on the app's usability, particularly the chatbot's helpfulness.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327928" y="5196245"/>
            <a:ext cx="8665250" cy="11430"/>
          </a:xfrm>
          <a:prstGeom prst="roundRect">
            <a:avLst>
              <a:gd name="adj" fmla="val 62459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697" y="6512957"/>
            <a:ext cx="1330523" cy="12512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92034" y="6806327"/>
            <a:ext cx="125849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36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4790123" y="6682859"/>
            <a:ext cx="2124670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Lessons </a:t>
            </a:r>
            <a:r>
              <a:rPr lang="en-US" sz="200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Learned</a:t>
            </a: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4790123" y="7050405"/>
            <a:ext cx="9075539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emphasized the importance of adaptability, early prototyping, and continuous feedback for successful development.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4662607" y="6489859"/>
            <a:ext cx="9330571" cy="11430"/>
          </a:xfrm>
          <a:prstGeom prst="roundRect">
            <a:avLst>
              <a:gd name="adj" fmla="val 62459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129" y="514350"/>
            <a:ext cx="4672965" cy="58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50" b="1" kern="0" spc="-11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What’s Next?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54129" y="1275152"/>
            <a:ext cx="1332190" cy="862615"/>
          </a:xfrm>
          <a:prstGeom prst="roundRect">
            <a:avLst>
              <a:gd name="adj" fmla="val 11796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48558" y="1618059"/>
            <a:ext cx="93821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32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73129" y="1659017"/>
            <a:ext cx="2027634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79665" y="2128242"/>
            <a:ext cx="11803261" cy="11430"/>
          </a:xfrm>
          <a:prstGeom prst="roundRect">
            <a:avLst>
              <a:gd name="adj" fmla="val 686844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54129" y="2231112"/>
            <a:ext cx="2664381" cy="1076682"/>
          </a:xfrm>
          <a:prstGeom prst="roundRect">
            <a:avLst>
              <a:gd name="adj" fmla="val 7292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848558" y="2582585"/>
            <a:ext cx="140137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32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05319" y="2417921"/>
            <a:ext cx="23364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CI/CD Pipelines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05319" y="2821900"/>
            <a:ext cx="923258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Adopting CI/CD pipelines will streamline the development workflow, enabling faster deployment and updates.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11855" y="3298269"/>
            <a:ext cx="10471071" cy="11430"/>
          </a:xfrm>
          <a:prstGeom prst="roundRect">
            <a:avLst>
              <a:gd name="adj" fmla="val 686844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654129" y="3401139"/>
            <a:ext cx="3996571" cy="1375767"/>
          </a:xfrm>
          <a:prstGeom prst="roundRect">
            <a:avLst>
              <a:gd name="adj" fmla="val 5706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848558" y="3902154"/>
            <a:ext cx="143828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32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37509" y="3587948"/>
            <a:ext cx="2786182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and Prototyping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37509" y="3991928"/>
            <a:ext cx="895195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Allocating more time for research and prototyping will enable us to explore innovative features and improve the app's functionality.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44045" y="4767382"/>
            <a:ext cx="9138880" cy="11430"/>
          </a:xfrm>
          <a:prstGeom prst="roundRect">
            <a:avLst>
              <a:gd name="adj" fmla="val 686844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54129" y="4870252"/>
            <a:ext cx="5328761" cy="1375767"/>
          </a:xfrm>
          <a:prstGeom prst="roundRect">
            <a:avLst>
              <a:gd name="adj" fmla="val 5706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855420" y="5371267"/>
            <a:ext cx="137246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32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69700" y="5057061"/>
            <a:ext cx="23364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Chatbot Expansion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69700" y="5461040"/>
            <a:ext cx="761976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the chatbot's capabilities based on user needs will enhance its usefulness and provide more comprehensive assistance.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76236" y="6236494"/>
            <a:ext cx="7806690" cy="11430"/>
          </a:xfrm>
          <a:prstGeom prst="roundRect">
            <a:avLst>
              <a:gd name="adj" fmla="val 686844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654129" y="6339364"/>
            <a:ext cx="6661071" cy="1375767"/>
          </a:xfrm>
          <a:prstGeom prst="roundRect">
            <a:avLst>
              <a:gd name="adj" fmla="val 5706"/>
            </a:avLst>
          </a:prstGeom>
          <a:solidFill>
            <a:schemeClr val="tx2">
              <a:lumMod val="25000"/>
              <a:lumOff val="75000"/>
            </a:schemeClr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48558" y="6840379"/>
            <a:ext cx="138351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32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02009" y="6526173"/>
            <a:ext cx="23364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Vision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02009" y="6930152"/>
            <a:ext cx="6287453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envision extending the app's functionality to include event notifications, user analytics, and personalized recommendations.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31</TotalTime>
  <Words>747</Words>
  <Application>Microsoft Office PowerPoint</Application>
  <PresentationFormat>Custom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Zain Tahir</cp:lastModifiedBy>
  <cp:revision>38</cp:revision>
  <dcterms:created xsi:type="dcterms:W3CDTF">2024-12-23T03:33:19Z</dcterms:created>
  <dcterms:modified xsi:type="dcterms:W3CDTF">2024-12-27T10:24:38Z</dcterms:modified>
</cp:coreProperties>
</file>